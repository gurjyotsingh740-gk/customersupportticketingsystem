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7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4630400" cy="8229600"/>
  <p:notesSz cx="8229600" cy="14630400"/>
  <p:embeddedFontLst>
    <p:embeddedFont>
      <p:font typeface="Libre Baskerville" panose="020F0502020204030204" pitchFamily="2" charset="0"/>
      <p:regular r:id="rId9"/>
    </p:embeddedFont>
    <p:embeddedFont>
      <p:font typeface="Open Sans" panose="020F0502020204030204" pitchFamily="34" charset="0"/>
      <p:regular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77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87708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80BF4-4358-B858-5E65-83BEF315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E39239-184C-B57E-CFFA-B44D30CA8E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8C2761-4104-C56D-DA6D-879887B4B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FDB99-7434-572D-2B2F-F1C1AE3C1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CEA13-DF8D-A677-8B24-C051E19A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441115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BCEEE5-1534-8150-5894-D5FE725233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F0C06-9768-FEC5-DAFA-46910F06A3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5A2B10-12E5-C478-F469-8C9E35357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9EAA5F-9427-D7E1-8495-428C2FE1D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AF059-92AC-C70C-F0AD-6D5FEAE05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289979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A53F-76E2-7886-F585-9250B26D2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47A552-67B7-70B3-D7F5-9816E39A8D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82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0391EB-17CD-6328-BCDA-DD8AD1947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94C42-3D89-5E71-D03C-6BFB21087F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D3F99B-2717-4518-8C42-F5E1FDC9B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4158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02B41-EE2C-C3E0-AC38-DA252706E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436474-7F52-FC7D-1655-35A0ABBE60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84C169-FF64-FF87-EEF5-C3D23E158A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77A405-19F5-18B8-D22A-158B1C6D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61C0C3-C9ED-42C2-9D2A-4C177E0A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B3C4FC-D919-9B1C-FDA5-F95C6819F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021578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2744C0-41B6-38A7-4C2F-9766A8CC3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6D000-3D9E-133E-61A0-2979BDFD1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D9E28BE-40F8-CC26-587E-56E717C846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3799EF-0853-C23A-9C02-7CB757B30A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BD69491-EDA9-0AF1-6324-DB4683CBBF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24EB176-42AF-41D6-868B-C311F88434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C6E3FE-D07A-B3AB-80E2-BD8047CC8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26216F3-9F53-7DB2-CEC1-3E843EBFF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095726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46B6D-D2C4-8DCC-FAA0-EA29082CA5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C72876-20A0-325B-C8D7-452F9F061F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52686F-93EC-DD58-C884-A836662A9E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D3CB77-C2E1-3324-B821-D68A5FCDBF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048001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9327F1-B36C-0DDA-59FF-F1D872F8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4C5551-0567-7492-1BEA-399F8888E6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5B5E63-C0CB-A678-BA92-4618E7D90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774366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5CA1-EF19-C69D-E5DA-567832265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B30DC-8B40-34D2-F2A0-9DFBDE8729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174F83-C9CE-1CD7-B4AA-860B3DBAEB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D3F32-4C66-60E4-FAE3-A640F8444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C1AE2D-4EA2-7E2D-45AA-187A239E2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EE3DA9-8CD1-43DF-DB4C-D2C5A25EC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249413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52F6E-BC89-CCD5-48BE-D818BA7F4D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8D6B7C-FDFF-BC4E-72C5-C3099D0403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A35B14-8B89-1ABB-E468-A0CC511690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F1C33-52C1-D078-01EC-67216853A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AA12D4-D3B0-8738-EBD2-38BCA42B0C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A4B494-2962-7EBF-B8CA-FA3B701C7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395038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BBCFE-5F74-DE51-BDBC-48E1156A9E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D98CA8-369D-DF53-2817-B27DD17DC5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3DCD6-A045-A2E4-4BEB-BA8CAD58CC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08BF67-E83B-1A84-2185-ECE9C5331E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B1369F-B85C-DA7E-3DD7-ABC8E2003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15446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493148-C097-E728-41E2-77769283B3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B1EF96-2B19-82F7-DECD-38BE98F7E5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DC705-97A5-7DC4-645E-8378F0474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2D4C10-38EF-DB61-F81E-928EB1E54A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F4617C-1560-E50C-2D93-B49C4759B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3437436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41498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6870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879160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4652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44761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5672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4E9EDA-A625-380F-631F-8B748301E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AD41C9-6E25-961C-80F1-2A8B7435A0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093C9-9F13-9799-2FAE-7E78083DAB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4/16/2025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02246B-08BF-4190-622D-E5AF51826A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4506F4-F725-2004-03D1-2B6630DBBE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45539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  <p:sldLayoutId id="2147483688" r:id="rId9"/>
    <p:sldLayoutId id="2147483689" r:id="rId10"/>
    <p:sldLayoutId id="2147483690" r:id="rId11"/>
    <p:sldLayoutId id="2147483691" r:id="rId12"/>
    <p:sldLayoutId id="2147483692" r:id="rId13"/>
    <p:sldLayoutId id="2147483693" r:id="rId14"/>
    <p:sldLayoutId id="2147483694" r:id="rId15"/>
    <p:sldLayoutId id="2147483695" r:id="rId16"/>
    <p:sldLayoutId id="2147483696" r:id="rId17"/>
  </p:sldLayoutIdLst>
  <p:hf sldNum="0" hdr="0" ftr="0" dt="0"/>
  <p:txStyles>
    <p:titleStyle>
      <a:lvl1pPr algn="l" defTabSz="1097280" rtl="0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109728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l" defTabSz="1097280" rtl="0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109728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46985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Support Ticketing System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04705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Streamlining customer support with automation. Integrates Microsoft Forms, Azure Logic Apps, Outlook, Power Automate, and SharePoint.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793790" y="5302568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3"/>
          <p:cNvSpPr/>
          <p:nvPr/>
        </p:nvSpPr>
        <p:spPr>
          <a:xfrm>
            <a:off x="1270040" y="5285661"/>
            <a:ext cx="265676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2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by GURJYOT SINGH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73994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Objective and Key Features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878860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650" dirty="0"/>
          </a:p>
        </p:txBody>
      </p:sp>
      <p:sp>
        <p:nvSpPr>
          <p:cNvPr id="6" name="Text 3"/>
          <p:cNvSpPr/>
          <p:nvPr/>
        </p:nvSpPr>
        <p:spPr>
          <a:xfrm>
            <a:off x="1530906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Automated Ticketing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1530906" y="4331613"/>
            <a:ext cx="2927747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Streamline handling of customer complaints and support requests.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4685467" y="3486864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770537" y="3529370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650" dirty="0"/>
          </a:p>
        </p:txBody>
      </p:sp>
      <p:sp>
        <p:nvSpPr>
          <p:cNvPr id="10" name="Text 7"/>
          <p:cNvSpPr/>
          <p:nvPr/>
        </p:nvSpPr>
        <p:spPr>
          <a:xfrm>
            <a:off x="5422583" y="3486864"/>
            <a:ext cx="2927747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Timely Communication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5422583" y="4331613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 organized and efficient communication.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902285"/>
            <a:ext cx="510302" cy="510302"/>
          </a:xfrm>
          <a:prstGeom prst="roundRect">
            <a:avLst>
              <a:gd name="adj" fmla="val 6667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78860" y="594479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6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650" dirty="0"/>
          </a:p>
        </p:txBody>
      </p:sp>
      <p:sp>
        <p:nvSpPr>
          <p:cNvPr id="14" name="Text 11"/>
          <p:cNvSpPr/>
          <p:nvPr/>
        </p:nvSpPr>
        <p:spPr>
          <a:xfrm>
            <a:off x="1530906" y="5902285"/>
            <a:ext cx="3209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Improved Satisfaction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1530906" y="6392704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Reduce manual workload and improve response time.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868561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System Design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80190" y="1917502"/>
            <a:ext cx="1134070" cy="136088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54422" y="214431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Microsoft Form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7754422" y="2634734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Collect structured ticket request details.</a:t>
            </a:r>
            <a:endParaRPr lang="en-US" sz="17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0190" y="3278386"/>
            <a:ext cx="1134070" cy="136088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754422" y="350520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Logic Apps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7754422" y="3995618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Generate ticket IDs and assign tasks.</a:t>
            </a:r>
            <a:endParaRPr lang="en-US" sz="17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0190" y="4639270"/>
            <a:ext cx="1134070" cy="136088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754422" y="486608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SharePoint List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7754422" y="5356503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Store form responses and ticket metadata.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80190" y="6000155"/>
            <a:ext cx="1134070" cy="136088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754422" y="62269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Automate</a:t>
            </a:r>
            <a:endParaRPr lang="en-US" sz="2200" dirty="0"/>
          </a:p>
        </p:txBody>
      </p:sp>
      <p:sp>
        <p:nvSpPr>
          <p:cNvPr id="15" name="Text 8"/>
          <p:cNvSpPr/>
          <p:nvPr/>
        </p:nvSpPr>
        <p:spPr>
          <a:xfrm>
            <a:off x="7754422" y="6717387"/>
            <a:ext cx="608218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Send status updates to customers.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90235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Development and Deployment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Microsoft Form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Integrated with Logic App trigger.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4200406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Logic Apps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200406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Used Compose and Switch Case actions.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607022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SharePoint List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07022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Built with columns to store ticket data.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101363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Power Automate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1013638" y="4578310"/>
            <a:ext cx="2845594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Set up to monitor SharePoint List.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988463"/>
            <a:ext cx="644652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Testing and Validation</a:t>
            </a:r>
            <a:endParaRPr lang="en-US" sz="4450" dirty="0"/>
          </a:p>
        </p:txBody>
      </p:sp>
      <p:sp>
        <p:nvSpPr>
          <p:cNvPr id="4" name="Shape 1"/>
          <p:cNvSpPr/>
          <p:nvPr/>
        </p:nvSpPr>
        <p:spPr>
          <a:xfrm>
            <a:off x="793790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1020604" y="3264218"/>
            <a:ext cx="28657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End-to-End Testing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1020604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submission to email delivery.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4685467" y="3037403"/>
            <a:ext cx="3664863" cy="1669852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4912281" y="32642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Switch-Case Logic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4912281" y="3754636"/>
            <a:ext cx="321123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Ensured correct priority-based assignment.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793790" y="4934069"/>
            <a:ext cx="7556421" cy="1306949"/>
          </a:xfrm>
          <a:prstGeom prst="roundRect">
            <a:avLst>
              <a:gd name="adj" fmla="val 2603"/>
            </a:avLst>
          </a:prstGeom>
          <a:solidFill>
            <a:srgbClr val="EAE8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1020604" y="5160883"/>
            <a:ext cx="33071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SharePoint Integration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020604" y="5651302"/>
            <a:ext cx="710279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Verified data storage and retrieval.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2236"/>
            <a:ext cx="832270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Refinement and Finalization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82239" y="5780723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30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23748" y="4313396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30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2330" y="3574494"/>
            <a:ext cx="7825621" cy="782562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665137" y="5780723"/>
            <a:ext cx="382667" cy="478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0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3000" dirty="0"/>
          </a:p>
        </p:txBody>
      </p:sp>
      <p:sp>
        <p:nvSpPr>
          <p:cNvPr id="9" name="Text 4"/>
          <p:cNvSpPr/>
          <p:nvPr/>
        </p:nvSpPr>
        <p:spPr>
          <a:xfrm>
            <a:off x="1386245" y="3441263"/>
            <a:ext cx="293572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Feedback Collection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1181100" y="3931682"/>
            <a:ext cx="33461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Form usability and email clarity.</a:t>
            </a:r>
            <a:endParaRPr lang="en-US" sz="1750" dirty="0"/>
          </a:p>
        </p:txBody>
      </p:sp>
      <p:sp>
        <p:nvSpPr>
          <p:cNvPr id="11" name="Text 6"/>
          <p:cNvSpPr/>
          <p:nvPr/>
        </p:nvSpPr>
        <p:spPr>
          <a:xfrm>
            <a:off x="5348407" y="1904643"/>
            <a:ext cx="393346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Optimization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5254704" y="2395061"/>
            <a:ext cx="412087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Condition checks and redundant steps.</a:t>
            </a:r>
            <a:endParaRPr lang="en-US" sz="1750" dirty="0"/>
          </a:p>
        </p:txBody>
      </p:sp>
      <p:sp>
        <p:nvSpPr>
          <p:cNvPr id="13" name="Text 8"/>
          <p:cNvSpPr/>
          <p:nvPr/>
        </p:nvSpPr>
        <p:spPr>
          <a:xfrm>
            <a:off x="10358557" y="344126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Validation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822061" y="3931682"/>
            <a:ext cx="390822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Within Forms (number fields, inputs).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204</Words>
  <Application>Microsoft Office PowerPoint</Application>
  <PresentationFormat>Custom</PresentationFormat>
  <Paragraphs>54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Open Sans</vt:lpstr>
      <vt:lpstr>Aptos</vt:lpstr>
      <vt:lpstr>Open Sans Bold</vt:lpstr>
      <vt:lpstr>Libre Baskerville</vt:lpstr>
      <vt:lpstr>Arial</vt:lpstr>
      <vt:lpstr>Aptos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GURJYOT SINGH</cp:lastModifiedBy>
  <cp:revision>2</cp:revision>
  <dcterms:created xsi:type="dcterms:W3CDTF">2025-04-16T08:09:33Z</dcterms:created>
  <dcterms:modified xsi:type="dcterms:W3CDTF">2025-04-16T08:20:51Z</dcterms:modified>
</cp:coreProperties>
</file>